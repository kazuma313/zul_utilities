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Paylater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bubble3D val="0"/>
            <c:spPr>
              <a:solidFill>
                <a:srgbClr val="33415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Pengguna paylater</c:v>
                </c:pt>
                <c:pt idx="1">
                  <c:v>Tidak menggunakan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23</c:v>
                </c:pt>
                <c:pt idx="1">
                  <c:v>77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streaming naik dari 12% (2024) ke 29% (2026)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334155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Survei Kebiasaan Belanja Online Mahasiswa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 dilakukan pada 350 mahasiswa dari 500 yang diundang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 dan Metode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 18-24 tahun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kampus di Medan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 online 24 pertanyaan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wawancara mendalam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riwayat transaksi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Frekuensi dan Alasan Belanja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64008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1417320"/>
            <a:ext cx="868680" cy="868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Frekuensi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2971800"/>
            <a:ext cx="3566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belanja minimal sebulan sekali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4023360" cy="64008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220" y="1417320"/>
            <a:ext cx="868680" cy="8686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83480" y="2971800"/>
            <a:ext cx="3566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54%, kemudahan 31%, pilihan produk 15%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dan Tren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Persentase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E-wallet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Paylater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Belanja via live streaming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Belanja dan Penyesalan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310.000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belanja per bulan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434840"/>
            <a:ext cx="33832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4526280" y="1828800"/>
            <a:ext cx="18288" cy="2377440"/>
          </a:xfrm>
          <a:prstGeom prst="rect">
            <a:avLst/>
          </a:prstGeom>
          <a:solidFill>
            <a:srgbClr val="02C39A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73736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0" y="3520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Pernah menyesal membeli karena diskon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4434840"/>
            <a:ext cx="3383280" cy="36576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 Paylater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02920" y="1325880"/>
          <a:ext cx="81381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Mahasiswa perlu membuat anggaran bulanan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6576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survei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33415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731520"/>
            <a:ext cx="73152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85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dan Tindakan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04365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691640"/>
            <a:ext cx="7680960" cy="94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anggaran bulanan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489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636215"/>
            <a:ext cx="7680960" cy="94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Kampus adakan kelas literasi keuangan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93515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3581705"/>
            <a:ext cx="7680960" cy="94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tampilkan batas paylater dengan jelas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2286000" y="4572000"/>
            <a:ext cx="4572000" cy="50292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2286000" y="4572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Implementasikan rekomendasi untuk pengelolaan keuangan yang lebih baik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2026-10-03T04:48:28Z</dcterms:created>
  <dcterms:modified xsi:type="dcterms:W3CDTF">2026-10-03T04:48:28Z</dcterms:modified>
</cp:coreProperties>
</file>