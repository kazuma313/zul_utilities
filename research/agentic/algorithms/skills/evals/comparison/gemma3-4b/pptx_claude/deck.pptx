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43529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96167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23774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801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Kebiasaan Belanja Online Mahasiswa 2026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Survei Komprehensif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Hasil Survei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responden dari 500 mahasiswa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Usia 18-24 tahun, 5 kampus di Medan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Maret-April 2026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Frekuensi Belanja Online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Persentase Responden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4434840"/>
            <a:ext cx="13258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2468880" y="1828800"/>
            <a:ext cx="18288" cy="2377440"/>
          </a:xfrm>
          <a:prstGeom prst="rect">
            <a:avLst/>
          </a:prstGeom>
          <a:solidFill>
            <a:srgbClr val="F96167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310000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5146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Belanja per Bulan (Rp) – Bulanan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88920" y="4434840"/>
            <a:ext cx="13258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4526280" y="1828800"/>
            <a:ext cx="18288" cy="2377440"/>
          </a:xfrm>
          <a:prstGeom prst="rect">
            <a:avLst/>
          </a:prstGeom>
          <a:solidFill>
            <a:srgbClr val="F96167">
              <a:alpha val="5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5400" dirty="0"/>
          </a:p>
        </p:txBody>
      </p:sp>
      <p:sp>
        <p:nvSpPr>
          <p:cNvPr id="14" name="Text 12"/>
          <p:cNvSpPr/>
          <p:nvPr/>
        </p:nvSpPr>
        <p:spPr>
          <a:xfrm>
            <a:off x="45720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dengan E-Wallet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846320" y="4434840"/>
            <a:ext cx="132588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6" name="Shape 14"/>
          <p:cNvSpPr/>
          <p:nvPr/>
        </p:nvSpPr>
        <p:spPr>
          <a:xfrm>
            <a:off x="6583680" y="1828800"/>
            <a:ext cx="18288" cy="2377440"/>
          </a:xfrm>
          <a:prstGeom prst="rect">
            <a:avLst/>
          </a:prstGeom>
          <a:solidFill>
            <a:srgbClr val="F96167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1737360"/>
            <a:ext cx="1874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5400" dirty="0"/>
          </a:p>
        </p:txBody>
      </p:sp>
      <p:sp>
        <p:nvSpPr>
          <p:cNvPr id="18" name="Text 16"/>
          <p:cNvSpPr/>
          <p:nvPr/>
        </p:nvSpPr>
        <p:spPr>
          <a:xfrm>
            <a:off x="6629400" y="3520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 Pernah Menyesal Karena Diskon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903720" y="4434840"/>
            <a:ext cx="1325880" cy="36576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 Belanja Online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64008"/>
          </a:xfrm>
          <a:prstGeom prst="rect">
            <a:avLst/>
          </a:prstGeom>
          <a:solidFill>
            <a:srgbClr val="E0464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1417320"/>
            <a:ext cx="868680" cy="868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Signifikan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94360" y="29718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 naik 12% (2024) menjadi 29% (2026)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18872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188720"/>
            <a:ext cx="4023360" cy="64008"/>
          </a:xfrm>
          <a:prstGeom prst="rect">
            <a:avLst/>
          </a:prstGeom>
          <a:solidFill>
            <a:srgbClr val="E0464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417320"/>
            <a:ext cx="868680" cy="8686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3776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046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Pembayaran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983480" y="2971800"/>
            <a:ext cx="35661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Paylater meningkat dari 12% menjadi 23%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Rekomendasi Strategis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anggaran bulanan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 literasi keuangan di kampus</a:t>
            </a:r>
            <a:endParaRPr lang="en-US" sz="20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tampilkan batas paylater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43529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F96167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31520"/>
            <a:ext cx="73152" cy="9144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6858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Tindakan</a:t>
            </a:r>
            <a:endParaRPr lang="en-US" sz="3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004365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691640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Belanja online dominan di kalangan mahasiswa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94894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263621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Perubahan tren signifikan perlu diperhatikan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93515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3581705"/>
            <a:ext cx="7680960" cy="94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rekomendasi untuk meningkatkan literasi keuangan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2286000" y="4572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Lanjutkan penelitian dan evaluasi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2026-10-03T04:46:39Z</dcterms:created>
  <dcterms:modified xsi:type="dcterms:W3CDTF">2026-10-03T04:46:39Z</dcterms:modified>
</cp:coreProperties>
</file>