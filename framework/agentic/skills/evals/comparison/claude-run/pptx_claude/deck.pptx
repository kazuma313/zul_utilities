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Persen responden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3A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Harga</c:v>
                  </c:pt>
                  <c:pt idx="1">
                    <c:v>Kemudahan</c:v>
                  </c:pt>
                  <c:pt idx="2">
                    <c:v>Pilihan produk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</c:v>
                </c:pt>
                <c:pt idx="1">
                  <c:v>31</c:v>
                </c:pt>
                <c:pt idx="2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Persen responden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3A6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2026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A3A6E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6B6D4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23774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Kebiasaan Belanja Online Mahasiswa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survei 350 mahasiswa di 5 kampus di Medan, Maret-April 2026 (data contoh)</a:t>
            </a:r>
            <a:endParaRPr lang="en-US" sz="2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82296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 dalam angka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874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 dari 500 yang diundang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434840"/>
            <a:ext cx="13258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Shape 6"/>
          <p:cNvSpPr/>
          <p:nvPr/>
        </p:nvSpPr>
        <p:spPr>
          <a:xfrm>
            <a:off x="2468880" y="1828800"/>
            <a:ext cx="18288" cy="2377440"/>
          </a:xfrm>
          <a:prstGeom prst="rect">
            <a:avLst/>
          </a:prstGeom>
          <a:solidFill>
            <a:srgbClr val="06B6D4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514600" y="1737360"/>
            <a:ext cx="1874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2514600" y="35204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Belanja online minimal sebulan sekali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88920" y="4434840"/>
            <a:ext cx="13258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6280" y="1828800"/>
            <a:ext cx="18288" cy="2377440"/>
          </a:xfrm>
          <a:prstGeom prst="rect">
            <a:avLst/>
          </a:prstGeom>
          <a:solidFill>
            <a:srgbClr val="06B6D4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737360"/>
            <a:ext cx="1874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310.000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72000" y="35204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belanja per bulan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4434840"/>
            <a:ext cx="13258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0" y="1828800"/>
            <a:ext cx="18288" cy="2377440"/>
          </a:xfrm>
          <a:prstGeom prst="rect">
            <a:avLst/>
          </a:prstGeom>
          <a:solidFill>
            <a:srgbClr val="06B6D4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1737360"/>
            <a:ext cx="1874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6629400" y="35204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Membayar dengan e-wallet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03720" y="4434840"/>
            <a:ext cx="1325880" cy="36576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B6D4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data dikumpulkan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236269"/>
          </a:xfrm>
          <a:prstGeom prst="rect">
            <a:avLst/>
          </a:prstGeom>
          <a:solidFill>
            <a:srgbClr val="1A3A6E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43000"/>
            <a:ext cx="777240" cy="1236269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777240" cy="1236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197864"/>
            <a:ext cx="740664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 online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674266"/>
            <a:ext cx="7406640" cy="650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pertanyaan, diisi 350 mahasiswa usia 18-24 tahun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434133"/>
            <a:ext cx="8412480" cy="1236269"/>
          </a:xfrm>
          <a:prstGeom prst="rect">
            <a:avLst/>
          </a:prstGeom>
          <a:solidFill>
            <a:srgbClr val="1A3A6E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2434133"/>
            <a:ext cx="777240" cy="1236269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434133"/>
            <a:ext cx="777240" cy="1236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488997"/>
            <a:ext cx="740664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Wawancara mendalam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2964485"/>
            <a:ext cx="7406640" cy="650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mahasiswa menjelaskan alasan di balik jawaban survei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724351"/>
            <a:ext cx="8412480" cy="1236269"/>
          </a:xfrm>
          <a:prstGeom prst="rect">
            <a:avLst/>
          </a:prstGeom>
          <a:solidFill>
            <a:srgbClr val="1A3A6E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3724351"/>
            <a:ext cx="777240" cy="1236269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724351"/>
            <a:ext cx="777240" cy="1236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779215"/>
            <a:ext cx="7406640" cy="494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Riwayat transaksi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4255618"/>
            <a:ext cx="7406640" cy="650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Dianalisis untuk mencocokkan jawaban dengan belanja sebenarnya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adalah alasan utama belanja online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502920" y="1325880"/>
          <a:ext cx="81381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Belanja lewat live streaming naik lebih dari dua kali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502920" y="1325880"/>
          <a:ext cx="81381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 yang perlu diwaspadai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023360" cy="73152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8988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3533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Menyesal karena diskon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30352" y="18288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pernah menyesal membeli barang karena diskon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188720"/>
            <a:ext cx="4023360" cy="73152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38988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3533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Paylater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19472" y="18288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 mahasiswa memakai paylater untuk belanja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65760" y="269748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2697480"/>
            <a:ext cx="4023360" cy="73152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89864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28620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30352" y="33375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Naik dari 12% menjadi 29% dalam dua tahun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Diskon dan cicilan memudahkan belanja yang tidak direncanakan.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untuk tiga pihak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Pihak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 perlu dilakukan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Mahasiswa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Membuat anggaran belanja bulanan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Kampus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Mengadakan kelas literasi keuangan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Menampilkan batas paylater dengan jelas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1A3A6E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731520"/>
            <a:ext cx="73152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858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04365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691640"/>
            <a:ext cx="7680960" cy="94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Belanja online sudah rutin: 72% belanja minimal sebulan sekali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4894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636215"/>
            <a:ext cx="7680960" cy="94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mendorong pembelian, dan diskon sering berujung penyesalan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93515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3581705"/>
            <a:ext cx="7680960" cy="94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streaming dan paylater tumbuh, jadi literasi keuangan makin penting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2286000" y="4572000"/>
            <a:ext cx="4572000" cy="50292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2286000" y="4572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dari anggaran bulanan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2026-10-03T04:03:49Z</dcterms:created>
  <dcterms:modified xsi:type="dcterms:W3CDTF">2026-10-03T04:03:49Z</dcterms:modified>
</cp:coreProperties>
</file>