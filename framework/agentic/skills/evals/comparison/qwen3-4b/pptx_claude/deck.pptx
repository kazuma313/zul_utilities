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Persentase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Survei Kebiasaan Belanja Online Mahasiswa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dari 350 mahasiswa, Maret-April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Utama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belanja online minimal sebulan sekali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utama: harga (54%), kemudahan (31%), pilihan produk (15%)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belanja Rp 310.000 per bulan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Pembayaran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64008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1417320"/>
            <a:ext cx="868680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29718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membayar dengan e-wallet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4023360" cy="64008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417320"/>
            <a:ext cx="868680" cy="868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Terbaru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29718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belanja lewat live streaming (naik dari 12% pada 2024)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Diskon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 menyesal membeli karena diskon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7498080" cy="36576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Tren Belanja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02920" y="1325880"/>
          <a:ext cx="8138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Pengaruh Belanja Online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Persentase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Kemudahan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Pilihan Produk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04365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91640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membuat anggaran bulanan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489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636215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 mengadakan kelas literasi keuangan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93515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581705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menampilkan batas paylater dengan jelas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perencanaan keuangan sekarang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2026-10-03T11:07:15Z</dcterms:created>
  <dcterms:modified xsi:type="dcterms:W3CDTF">2026-10-03T11:07:15Z</dcterms:modified>
</cp:coreProperties>
</file>